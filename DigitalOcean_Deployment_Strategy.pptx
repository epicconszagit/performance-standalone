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73152"/>
          </a:xfrm>
          <a:prstGeom prst="rect">
            <a:avLst/>
          </a:prstGeom>
          <a:solidFill>
            <a:srgbClr val="00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Infrastructure Selection Strategy</a:t>
            </a:r>
          </a:p>
          <a:p>
            <a:pPr>
              <a:spcBef>
                <a:spcPts val="1600"/>
              </a:spcBef>
              <a:defRPr sz="1800">
                <a:solidFill>
                  <a:srgbClr val="0EA5E9"/>
                </a:solidFill>
                <a:latin typeface="Arial"/>
              </a:defRPr>
            </a:pPr>
            <a:r>
              <a:t>Why DigitalOcean is the Optimal Cloud Choice for EPIC TASK PERFORMANCE TRACKING SYSTEM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 direct, executive evaluation of cost, operational reliability, and deployment agility.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34747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9FF"/>
                </a:solidFill>
                <a:latin typeface="Arial"/>
              </a:defRPr>
            </a:pPr>
            <a:r>
              <a:t>Deployment Agility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Instant launch with zero manual account verification delays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754880"/>
            <a:ext cx="34747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9FF"/>
                </a:solidFill>
                <a:latin typeface="Arial"/>
              </a:defRPr>
            </a:pPr>
            <a:r>
              <a:t>100% Data Persistence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Permanent NVMe storage for all task attachments up to 250MB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754880"/>
            <a:ext cx="34747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9FF"/>
                </a:solidFill>
                <a:latin typeface="Arial"/>
              </a:defRPr>
            </a:pPr>
            <a:r>
              <a:t>Predictable Low Cost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$6.00/month flat rate with $200 new-user credit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ARCHITECTURE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What Our Performance System Actually Demands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platforms against the technical reality of our Flask + React + APScheduler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CRITICAL REQUIREMENT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1. Persistent File Storage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The app allows staff to attach task files and completion reports up to 250MB directly to disk (/uploads).</a:t>
            </a:r>
            <a:br/>
            <a:br/>
            <a:r>
              <a:t>• PaaS platforms (Heroku, Render free tier) use ephemeral disks that delete all uploaded documents on every deploy.</a:t>
            </a:r>
            <a:br/>
            <a:r>
              <a:t>• DigitalOcean gives a dedicated, persistent NVMe SSD drive that never wipes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OPERATIONAL INTEGRITY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2. 24/7 Continuous Background Jobs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The app features an integrated APScheduler running daily at 7:00 AM for staff birthday alerts.</a:t>
            </a:r>
            <a:br/>
            <a:br/>
            <a:r>
              <a:t>• Serverless/sleep-mode hosts shut down worker threads after 15 minutes of idle time, breaking cron jobs.</a:t>
            </a:r>
            <a:br/>
            <a:r>
              <a:t>• DigitalOcean maintains a constant Systemd daemon process that never sleeps.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747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EXECUTION SPEED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3. Frictionless Time-to-Market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We needed immediate deployment without red tape or administrative blockers.</a:t>
            </a:r>
            <a:br/>
            <a:br/>
            <a:r>
              <a:t>• Alternative VPS providers (e.g., Hetzner) impose strict KYC fraud-checks requiring manual passport audits.</a:t>
            </a:r>
            <a:br/>
            <a:r>
              <a:t>• DigitalOcean activates instantly upon sign-up with immediate global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VENDOR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Why Alternative Options Were Eliminated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Hetzner, PaaS solutions (Render/Heroku), and Hyperscalers (AWS).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DISQUALIFIED: KYC BLOCKER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Hetzner Cloud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Aggressive anti-fraud verification flagged our new account registration.</a:t>
            </a:r>
            <a:br/>
            <a:r>
              <a:t>• Demands manual support intervention, photo ID / passport submission, and up to 24-48h wait time.</a:t>
            </a:r>
            <a:br/>
            <a:r>
              <a:t>• High risk of account suspension for international developers.</a:t>
            </a:r>
            <a:br/>
            <a:br/>
            <a:r>
              <a:t>Verdict: Unacceptable deployment delay and regulatory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Arial"/>
              </a:defRPr>
            </a:pPr>
            <a:r>
              <a:t>DISQUALIFIED: STORAGE &amp; SLEEP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Render / Heroku (PaaS)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Ephemeral Filesystem: Every staff attachment in /uploads disappears on the next code update.</a:t>
            </a:r>
            <a:br/>
            <a:r>
              <a:t>• Sleep Mode: Free/entry tiers spin down after 15m idle time, killing the 7:00 AM birthday scheduler.</a:t>
            </a:r>
            <a:br/>
            <a:r>
              <a:t>• Persistent storage add-ons or S3 integration drive costs to $15–$25/mo.</a:t>
            </a:r>
            <a:br/>
            <a:br/>
            <a:r>
              <a:t>Verdict: Architecturally incompatible without re-engineering file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DISQUALIFIED: COMPLEXITY &amp; COST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AWS / Azure (Hyperscalers)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Excessive architectural complexity (VPC, IAM, Security Groups, EC2 provisioning).</a:t>
            </a:r>
            <a:br/>
            <a:r>
              <a:t>• Unpredictable billing with hidden costs for egress bandwidth, EBS volumes, and IP addresses.</a:t>
            </a:r>
            <a:br/>
            <a:r>
              <a:t>• Equivalent VM specs cost $20+/month.</a:t>
            </a:r>
            <a:br/>
            <a:br/>
            <a:r>
              <a:t>Verdict: Over-engineered for an internal operational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EVALUATION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Head-to-Head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DigitalOcean outperforms competitors across key operational pillars.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011680"/>
                <a:gridCol w="2011680"/>
                <a:gridCol w="2041855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Criteria</a:t>
                      </a:r>
                    </a:p>
                  </a:txBody>
                  <a:tcPr anchor="ctr">
                    <a:solidFill>
                      <a:srgbClr val="13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DigitalOcean Droplet</a:t>
                      </a:r>
                    </a:p>
                  </a:txBody>
                  <a:tcPr anchor="ctr">
                    <a:solidFill>
                      <a:srgbClr val="006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Hetzner Cloud</a:t>
                      </a:r>
                    </a:p>
                  </a:txBody>
                  <a:tcPr anchor="ctr">
                    <a:solidFill>
                      <a:srgbClr val="13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Render / PaaS</a:t>
                      </a:r>
                    </a:p>
                  </a:txBody>
                  <a:tcPr anchor="ctr">
                    <a:solidFill>
                      <a:srgbClr val="13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AWS EC2</a:t>
                      </a:r>
                    </a:p>
                  </a:txBody>
                  <a:tcPr anchor="ctr">
                    <a:solidFill>
                      <a:srgbClr val="131E3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Account Setup &amp; Verification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Instant (Zero delays)</a:t>
                      </a:r>
                    </a:p>
                  </a:txBody>
                  <a:tcPr anchor="ctr"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Manual KYC audit (1-2 days)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Instant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Instant (Requires card verification)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Upload Persistence (/uploads)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Permanent NVMe SSD</a:t>
                      </a:r>
                    </a:p>
                  </a:txBody>
                  <a:tcPr anchor="ctr"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Permanent SSD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Ephemeral (Wiped on deploy)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Requires EBS / S3 setup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Background Scheduler (APScheduler)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100% Uptime (Systemd)</a:t>
                      </a:r>
                    </a:p>
                  </a:txBody>
                  <a:tcPr anchor="ctr"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100% Uptime (Systemd)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Sleeps after 15m idle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Requires dedicated instance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Monthly Base Cost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$6.00 / month flat</a:t>
                      </a:r>
                    </a:p>
                  </a:txBody>
                  <a:tcPr anchor="ctr"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~$4.50 / month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$7.00 - $15.00 / mo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$18.00 - $30.00 / mo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Setup Complexity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Simple (Standard Ubuntu)</a:t>
                      </a:r>
                    </a:p>
                  </a:txBody>
                  <a:tcPr anchor="ctr"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Simple (Standard Ubuntu)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Low (Automated)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High (IAM, VPC, Configs)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Cost Breakdown &amp; Total Cost of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Transparent monthly running costs with zero hidden charges or surprise invoices.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114800" cy="4297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TOTAL PREDICTABLE COST</a:t>
            </a:r>
          </a:p>
          <a:p>
            <a:pPr>
              <a:spcBef>
                <a:spcPts val="400"/>
              </a:spcBef>
              <a:defRPr sz="5400" b="1">
                <a:solidFill>
                  <a:srgbClr val="FFFFFF"/>
                </a:solidFill>
              </a:defRPr>
            </a:pPr>
            <a:r>
              <a:t>$7.00</a:t>
            </a:r>
          </a:p>
          <a:p>
            <a:pPr>
              <a:spcBef>
                <a:spcPts val="0"/>
              </a:spcBef>
              <a:defRPr sz="1300">
                <a:solidFill>
                  <a:srgbClr val="94A3B8"/>
                </a:solidFill>
              </a:defRPr>
            </a:pPr>
            <a:r>
              <a:t>per month total infrastructure cost</a:t>
            </a:r>
          </a:p>
          <a:p>
            <a:br/>
            <a:pPr>
              <a:spcBef>
                <a:spcPts val="1600"/>
              </a:spcBef>
              <a:defRPr sz="1150">
                <a:solidFill>
                  <a:srgbClr val="22C55E"/>
                </a:solidFill>
              </a:defRPr>
            </a:pPr>
            <a:r>
              <a:t>🎁 $200 New User Credit</a:t>
            </a:r>
            <a:br/>
            <a:r>
              <a:t>DigitalOcean grants $200 in free usage credits for 60 days, effectively making our initial staging and deployment 100% free.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920240"/>
            <a:ext cx="6339535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194560"/>
            <a:ext cx="5760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Itemized Budget Breakdown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• DigitalOcean 1GB Droplet — $6.00 / mo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1 vCPU, 1GB RAM, 25GB NVMe SSD, 1,000GB data transfer. Runs Flask API, Gunicorn, React build, and local disk uploads.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• Supabase Database — $0.00 / mo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Free tier PostgreSQL database (500MB storage, 50,000 MAU, connection pooling).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• Custom Domain (Annualized) — ~$1.00 / mo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Custom corporate domain purchased from Namecheap/Porkbun at ~$12/year.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• SSL Security (HTTPS) — $0.00 / mo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   Automated, self-renewing SSL certificate via Let's Encrypt / Certbot.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Deployment Roadmap &amp; Strategic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path forward from decision to live production within 1 hour.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STEP 1</a:t>
            </a:r>
          </a:p>
          <a:p>
            <a:pPr>
              <a:spcBef>
                <a:spcPts val="200"/>
              </a:spcBef>
              <a:defRPr sz="950" b="1">
                <a:solidFill>
                  <a:srgbClr val="22C55E"/>
                </a:solidFill>
              </a:defRPr>
            </a:pPr>
            <a:r>
              <a:t>10 Minutes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Phase 1: Droplet Provisioning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Create 1GB Ubuntu 24.04 Droplet in nearest region, allocate 2GB swap space, and enable UFW firewall.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488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STEP 2</a:t>
            </a:r>
          </a:p>
          <a:p>
            <a:pPr>
              <a:spcBef>
                <a:spcPts val="200"/>
              </a:spcBef>
              <a:defRPr sz="950" b="1">
                <a:solidFill>
                  <a:srgbClr val="22C55E"/>
                </a:solidFill>
              </a:defRPr>
            </a:pPr>
            <a:r>
              <a:t>15 Minutes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Phase 2: Code &amp; Asset Build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Clone GitHub repository, build React frontend (`npm run build`), configure Python virtualenv and `psycopg2-binary`.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56032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STEP 3</a:t>
            </a:r>
          </a:p>
          <a:p>
            <a:pPr>
              <a:spcBef>
                <a:spcPts val="200"/>
              </a:spcBef>
              <a:defRPr sz="950" b="1">
                <a:solidFill>
                  <a:srgbClr val="22C55E"/>
                </a:solidFill>
              </a:defRPr>
            </a:pPr>
            <a:r>
              <a:t>15 Minutes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Phase 3: Database &amp; Daemon Setup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Connect Supabase `DATABASE_URL`, execute `flask db upgrade`, and register `performance.service` Systemd daemon.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56032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148840"/>
            <a:ext cx="2194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STEP 4</a:t>
            </a:r>
          </a:p>
          <a:p>
            <a:pPr>
              <a:spcBef>
                <a:spcPts val="200"/>
              </a:spcBef>
              <a:defRPr sz="950" b="1">
                <a:solidFill>
                  <a:srgbClr val="22C55E"/>
                </a:solidFill>
              </a:defRPr>
            </a:pPr>
            <a:r>
              <a:t>10 Minutes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Phase 4: Nginx &amp; SSL Go-Live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Configure reverse proxy with 250MB upload buffer and activate instant Let's Encrypt HTTPS via Certbot.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Bottom Line: DigitalOcean eliminates Hetzner's verification blocker, solves PaaS file-wipe limitations, and guarantees 24/7 background cron execution for only $7.00/month.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